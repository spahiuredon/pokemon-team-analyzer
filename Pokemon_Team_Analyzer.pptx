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6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Image 0" descr="/sessions/modest-dreamy-thompson/mnt/PROG2/pokemon-team-analyzer/data/app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0" y="17373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Pokemon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297680" y="26060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Team-Analyzer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29768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project around the PokeAPI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0" y="5120640"/>
            <a:ext cx="137160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57200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PROG2 - Semester Project - FS26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Pokemon?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free data.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PokeAPI exposes 1000+ Pokemon with full stats, types, and sprites - no API key, no rate limits for a class project.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relatable problem and nostalgia.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six Pokemon make a good team?”</a:t>
            </a:r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76656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team</a:t>
            </a:r>
            <a:endParaRPr lang="en-US" sz="1200" dirty="0"/>
          </a:p>
        </p:txBody>
      </p:sp>
      <p:pic>
        <p:nvPicPr>
          <p:cNvPr id="7" name="Image 0" descr="/sessions/modest-dreamy-thompson/mnt/PROG2/pokemon-team-analyzer/data/sprites/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11680"/>
            <a:ext cx="1280160" cy="1280160"/>
          </a:xfrm>
          <a:prstGeom prst="rect">
            <a:avLst/>
          </a:prstGeom>
        </p:spPr>
      </p:pic>
      <p:pic>
        <p:nvPicPr>
          <p:cNvPr id="8" name="Image 1" descr="/sessions/modest-dreamy-thompson/mnt/PROG2/pokemon-team-analyzer/data/sprites/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11680"/>
            <a:ext cx="1280160" cy="1280160"/>
          </a:xfrm>
          <a:prstGeom prst="rect">
            <a:avLst/>
          </a:prstGeom>
        </p:spPr>
      </p:pic>
      <p:pic>
        <p:nvPicPr>
          <p:cNvPr id="9" name="Image 2" descr="/sessions/modest-dreamy-thompson/mnt/PROG2/pokemon-team-analyzer/data/sprites/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011680"/>
            <a:ext cx="1280160" cy="1280160"/>
          </a:xfrm>
          <a:prstGeom prst="rect">
            <a:avLst/>
          </a:prstGeom>
        </p:spPr>
      </p:pic>
      <p:pic>
        <p:nvPicPr>
          <p:cNvPr id="10" name="Image 3" descr="/sessions/modest-dreamy-thompson/mnt/PROG2/pokemon-team-analyzer/data/sprites/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566160"/>
            <a:ext cx="1280160" cy="1280160"/>
          </a:xfrm>
          <a:prstGeom prst="rect">
            <a:avLst/>
          </a:prstGeom>
        </p:spPr>
      </p:pic>
      <p:pic>
        <p:nvPicPr>
          <p:cNvPr id="11" name="Image 4" descr="/sessions/modest-dreamy-thompson/mnt/PROG2/pokemon-team-analyzer/data/sprites/1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66160"/>
            <a:ext cx="1280160" cy="1280160"/>
          </a:xfrm>
          <a:prstGeom prst="rect">
            <a:avLst/>
          </a:prstGeom>
        </p:spPr>
      </p:pic>
      <p:pic>
        <p:nvPicPr>
          <p:cNvPr id="12" name="Image 5" descr="/sessions/modest-dreamy-thompson/mnt/PROG2/pokemon-team-analyzer/data/sprites/1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3566160"/>
            <a:ext cx="1280160" cy="12801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58368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1025 species, 18 types, 6 slots per team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658368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structure to analyze.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8"/>
          <p:cNvSpPr/>
          <p:nvPr/>
        </p:nvSpPr>
        <p:spPr>
          <a:xfrm>
            <a:off x="365760" y="6446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Team-Analyzer  |  PROG2 FS26  |  Redon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classes do the heavy lifting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PokeAPIClient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retries, JSON cache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Pokemon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 - stats + 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91440" cy="1371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321040" y="146304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45820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MegaPokemon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Pokemon, +100 stat boost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members, no duplicates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01752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434840" y="301752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TypeChart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x 18 effectiveness matrix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01752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8321040" y="3017520"/>
            <a:ext cx="3566160" cy="137160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45820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TeamAnalyzer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 + 3 plots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349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  Pandas  matplotlib  Pillow  Tkinter  unittest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Team-Analyzer  |  PROG2 FS26  |  Redon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App: Tkinter GUI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512064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management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108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by name or pokedex 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a searchable cache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preset champion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by generation filter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download all 1000+ pokemon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43891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02336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team</a:t>
            </a:r>
            <a:endParaRPr lang="en-US" sz="1200" dirty="0"/>
          </a:p>
        </p:txBody>
      </p:sp>
      <p:pic>
        <p:nvPicPr>
          <p:cNvPr id="8" name="Image 0" descr="/sessions/modest-dreamy-thompson/mnt/PROG2/pokemon-team-analyzer/data/sprites/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69164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Charizard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492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/ Flying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7492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534</a:t>
            </a:r>
            <a:endParaRPr lang="en-US" sz="1050" dirty="0"/>
          </a:p>
        </p:txBody>
      </p:sp>
      <p:pic>
        <p:nvPicPr>
          <p:cNvPr id="12" name="Image 1" descr="/sessions/modest-dreamy-thompson/mnt/PROG2/pokemon-team-analyzer/data/sprites/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78892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834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Blastoise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749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7492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530</a:t>
            </a:r>
            <a:endParaRPr lang="en-US" sz="1050" dirty="0"/>
          </a:p>
        </p:txBody>
      </p:sp>
      <p:pic>
        <p:nvPicPr>
          <p:cNvPr id="16" name="Image 2" descr="/sessions/modest-dreamy-thompson/mnt/PROG2/pokemon-team-analyzer/data/sprites/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88620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3931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Venusaur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7492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/ Poison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7492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525</a:t>
            </a:r>
            <a:endParaRPr lang="en-US" sz="1050" dirty="0"/>
          </a:p>
        </p:txBody>
      </p:sp>
      <p:pic>
        <p:nvPicPr>
          <p:cNvPr id="20" name="Image 3" descr="/sessions/modest-dreamy-thompson/mnt/PROG2/pokemon-team-analyzer/data/sprites/1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49834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4920" y="5029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Dragonite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74920" y="5349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/ Flying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074920" y="5577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600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503920" y="1188720"/>
            <a:ext cx="3200400" cy="512064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19"/>
          <p:cNvSpPr/>
          <p:nvPr/>
        </p:nvSpPr>
        <p:spPr>
          <a:xfrm>
            <a:off x="859536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(one click)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641080" y="17373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/>
          <p:nvPr/>
        </p:nvSpPr>
        <p:spPr>
          <a:xfrm>
            <a:off x="864108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table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641080" y="256032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3"/>
          <p:cNvSpPr/>
          <p:nvPr/>
        </p:nvSpPr>
        <p:spPr>
          <a:xfrm>
            <a:off x="864108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Type-coverage table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641080" y="33832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5"/>
          <p:cNvSpPr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Total-stats chart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641080" y="42062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7"/>
          <p:cNvSpPr/>
          <p:nvPr/>
        </p:nvSpPr>
        <p:spPr>
          <a:xfrm>
            <a:off x="864108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Stats-comparison chart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641080" y="5029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29"/>
          <p:cNvSpPr/>
          <p:nvPr/>
        </p:nvSpPr>
        <p:spPr>
          <a:xfrm>
            <a:off x="864108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Type-coverage heatmap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1"/>
          <p:cNvSpPr/>
          <p:nvPr/>
        </p:nvSpPr>
        <p:spPr>
          <a:xfrm>
            <a:off x="365760" y="6446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Team-Analyzer  |  PROG2 FS26  |  Redon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Auto-Completion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few favorites, the algorithm fills the rest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x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stat_score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 stats / 720 (normalized).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x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coverage_score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if the candidate resists a type the team is currently weak to.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x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diversity_score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type that is not yet on the team.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- Charizard + filter "up to Gen 3"</a:t>
            </a:r>
            <a:endParaRPr lang="en-US" sz="1300" dirty="0"/>
          </a:p>
        </p:txBody>
      </p:sp>
      <p:pic>
        <p:nvPicPr>
          <p:cNvPr id="8" name="Image 0" descr="/sessions/modest-dreamy-thompson/mnt/PROG2/pokemon-team-analyzer/data/sprites/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Charizard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(starter, fire/flying)</a:t>
            </a:r>
            <a:endParaRPr lang="en-US" sz="1050" dirty="0"/>
          </a:p>
        </p:txBody>
      </p:sp>
      <p:pic>
        <p:nvPicPr>
          <p:cNvPr id="11" name="Image 1" descr="/sessions/modest-dreamy-thompson/mnt/PROG2/pokemon-team-analyzer/data/sprites/2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3347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Swampert (Water/Ground)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04088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Charizard's Rock weakness</a:t>
            </a:r>
            <a:endParaRPr lang="en-US" sz="1050" dirty="0"/>
          </a:p>
        </p:txBody>
      </p:sp>
      <p:pic>
        <p:nvPicPr>
          <p:cNvPr id="14" name="Image 2" descr="/sessions/modest-dreamy-thompson/mnt/PROG2/pokemon-team-analyzer/data/sprites/2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346704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Tyranitar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04088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Rock/Dark tank, 600 BST</a:t>
            </a:r>
            <a:endParaRPr lang="en-US" sz="1050" dirty="0"/>
          </a:p>
        </p:txBody>
      </p:sp>
      <p:pic>
        <p:nvPicPr>
          <p:cNvPr id="17" name="Image 3" descr="/sessions/modest-dreamy-thompson/mnt/PROG2/pokemon-team-analyzer/data/sprites/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59936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Venusaur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04088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Grass/Poison rounds out the team</a:t>
            </a:r>
            <a:endParaRPr lang="en-US" sz="1050" dirty="0"/>
          </a:p>
        </p:txBody>
      </p:sp>
      <p:pic>
        <p:nvPicPr>
          <p:cNvPr id="20" name="Image 4" descr="/sessions/modest-dreamy-thompson/mnt/PROG2/pokemon-team-analyzer/data/sprites/3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773168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4791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Metagross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040880" y="5065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Steel/Psychic - new type added</a:t>
            </a:r>
            <a:endParaRPr lang="en-US" sz="1050" dirty="0"/>
          </a:p>
        </p:txBody>
      </p:sp>
      <p:pic>
        <p:nvPicPr>
          <p:cNvPr id="23" name="Image 5" descr="/sessions/modest-dreamy-thompson/mnt/PROG2/pokemon-team-analyzer/data/sprites/1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486400"/>
            <a:ext cx="640080" cy="6400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4088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Snorlax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040880" y="5779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- high HP filler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19"/>
          <p:cNvSpPr/>
          <p:nvPr/>
        </p:nvSpPr>
        <p:spPr>
          <a:xfrm>
            <a:off x="365760" y="6446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Team-Analyzer  |  PROG2 FS26  |  Redon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91440" cy="2423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669280" cy="242316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Threading and Tkinter do not mix easily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plan: call root.after() from the worker thread.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"main thread is not in main loop" + Tcl_AsyncDelete crash on shutdown. Refactored to a queue.Queue + polling loop in the main thread.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91440" cy="2423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669280" cy="242316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8368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PokeAPI is generous - too generous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/pokemon to return ~1025 species.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1300+ entries: Mega forms, Gigantamax, female-only forms, Pikachu-cosplay. Switched to /pokemon-species and added a cache-prune step.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91440" cy="2423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669280" cy="2423160"/>
          </a:xfrm>
          <a:prstGeom prst="rect">
            <a:avLst/>
          </a:prstGeom>
          <a:solidFill>
            <a:srgbClr val="FA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Sprite downloads turn a fast GUI slow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cached Pokemon with its sprite at startup.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1300 cache entries -&gt; 1300 sequential sprite downloads -&gt; 30+ seconds frozen GUI. Added allow_download=False + search box + 80-item display cap.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Team-Analyzer  |  PROG2 FS26  |  Redon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Macintosh PowerPoint</Application>
  <PresentationFormat>Breitbild</PresentationFormat>
  <Paragraphs>111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Pokemon Team-Analyzer</dc:title>
  <dc:subject>PptxGenJS Presentation</dc:subject>
  <dc:creator>Redon</dc:creator>
  <cp:lastModifiedBy>Spahiu Redon (spahired)</cp:lastModifiedBy>
  <cp:revision>3</cp:revision>
  <dcterms:created xsi:type="dcterms:W3CDTF">2026-05-21T00:40:54Z</dcterms:created>
  <dcterms:modified xsi:type="dcterms:W3CDTF">2026-05-21T00:58:07Z</dcterms:modified>
</cp:coreProperties>
</file>